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6B2F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560320" cy="2560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KisanLens AI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Leaf → AI Diagnosis → Voice Advisory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0" y="2788920"/>
            <a:ext cx="4023360" cy="475488"/>
          </a:xfrm>
          <a:prstGeom prst="roundRect">
            <a:avLst>
              <a:gd name="adj" fmla="val 1923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27889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Prayagraj × CMP Hack Squad — Code for Community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747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The Bug Slayyers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2219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Leader: Anshuman Mishra  |  Member: Aman Rai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207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Crop disease is invisible until too late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16002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often identify disease only after significant crop loss has already occurred.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97280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65192" y="1207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Agronomists are scarce &amp; expensive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65192" y="16002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consultation is out of reach for smallholder farmers in rural India.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" y="29443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Language barrier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33375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advisories are rarely available in Hindi or local languages.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2834640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0E8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65192" y="29443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Limited digital literacy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65192" y="33375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apps and web portals are not designed for farmers on the field.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731520"/>
            <a:ext cx="2743200" cy="2743200"/>
          </a:xfrm>
          <a:prstGeom prst="ellipse">
            <a:avLst/>
          </a:prstGeom>
          <a:solidFill>
            <a:srgbClr val="1B3A28"/>
          </a:solidFill>
          <a:ln w="12700">
            <a:solidFill>
              <a:srgbClr val="1B3A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KisanLens AI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crop doctor in every farmer's pocket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Camera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93852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leaf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12848" y="187452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68880" y="146304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6888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Gemini AI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93852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image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187452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0" y="146304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Diagnosis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193852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disease,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remedy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187452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675120" y="146304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1508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Voice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1938528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/ English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aloud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31546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Bilingual UI — Hindi &amp; English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35935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Voice input/output (TTS + Speech)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403250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Offline demo mode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1546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Scan history on-device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5935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Farm insights: weather, soil, NDVI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403250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Seasonal crop guide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182880" cy="1170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097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40817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2.x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005840"/>
            <a:ext cx="182880" cy="1170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02152" y="1097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140817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+ Material 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005840"/>
            <a:ext cx="182880" cy="1170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73952" y="10972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73952" y="140817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· Coroutines · StateFlow · Navigation Compose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04288"/>
            <a:ext cx="182880" cy="1170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23957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Vision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" y="2706624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Generative AI SDK — Gemini Flash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304288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304288"/>
            <a:ext cx="182880" cy="1170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02152" y="23957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2706624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(core, camera2, lifecycle, view)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304288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304288"/>
            <a:ext cx="182880" cy="1170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73952" y="2395728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73952" y="2706624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TTS (hi_IN / en_US) + SpeechRecognizer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02736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02736"/>
            <a:ext cx="182880" cy="1170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" y="369417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" y="40050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Preferences + on-device scan history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602736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46120" y="3602736"/>
            <a:ext cx="182880" cy="1170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02152" y="369417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JSON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502152" y="40050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+ Gson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3602736"/>
            <a:ext cx="28346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3602736"/>
            <a:ext cx="182880" cy="117043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73952" y="3694176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473952" y="40050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LocationManager (no Play Services)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6B2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201168"/>
            <a:ext cx="594360" cy="5943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4592" y="914400"/>
            <a:ext cx="2944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" y="2331720"/>
            <a:ext cx="29443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Scan Crop Leaf CTA, Quick Actions, seasonal crop guide and Demo Mode toggle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4592" y="475488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KisanLens AI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4222" y="182880"/>
            <a:ext cx="2155955" cy="4777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6B2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201168"/>
            <a:ext cx="594360" cy="5943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4592" y="914400"/>
            <a:ext cx="2944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Seasonal Guide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" y="2331720"/>
            <a:ext cx="29443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 / Rabi / Zayad tabs with planting windows and crop details; Discuss with AI shortcut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4592" y="475488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KisanLens AI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4222" y="182880"/>
            <a:ext cx="2155955" cy="4777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6B2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201168"/>
            <a:ext cx="594360" cy="5943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4592" y="914400"/>
            <a:ext cx="2944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Scanner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" y="2331720"/>
            <a:ext cx="29443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CameraX live preview with leaf-alignment frame, lighting guidance and Analyze Crop button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4592" y="475488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KisanLens AI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4222" y="182880"/>
            <a:ext cx="2155955" cy="47777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6B2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201168"/>
            <a:ext cx="594360" cy="5943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4592" y="914400"/>
            <a:ext cx="2944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Your Crop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" y="2331720"/>
            <a:ext cx="29443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processing steps: examining leaf → identifying symptoms → assessing severity → preparing advice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4592" y="475488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KisanLens AI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4222" y="182880"/>
            <a:ext cx="2155955" cy="4777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6B2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201168"/>
            <a:ext cx="594360" cy="5943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4592" y="914400"/>
            <a:ext cx="2944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Result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" y="2331720"/>
            <a:ext cx="29443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Rose: Black Spot — 95% confidence, High severity. Step-by-step corrective measures and immediate actions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4592" y="475488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KisanLens AI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4222" y="182880"/>
            <a:ext cx="2155955" cy="47777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6B2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201168"/>
            <a:ext cx="594360" cy="5943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4592" y="914400"/>
            <a:ext cx="2944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Remedies &amp; Safety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" y="2331720"/>
            <a:ext cx="29443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&amp; fungicide safety guidance, preventive care tips, and "When to Consult an Expert"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4592" y="475488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KisanLens AI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4222" y="182880"/>
            <a:ext cx="2155955" cy="4777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6B2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201168"/>
            <a:ext cx="594360" cy="5943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4592" y="914400"/>
            <a:ext cx="2944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" y="2331720"/>
            <a:ext cx="29443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log of all past diagnoses with crop name, disease, timestamp, status badge and voice replay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4592" y="475488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KisanLens AI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4222" y="182880"/>
            <a:ext cx="2155955" cy="47777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6B2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201168"/>
            <a:ext cx="594360" cy="5943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4592" y="914400"/>
            <a:ext cx="2944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Kisan AI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" y="2331720"/>
            <a:ext cx="29443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voice/text Q&amp;A for farming questions; TTS Read aloud; Listening mode shown active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4592" y="475488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KisanLens AI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4222" y="182880"/>
            <a:ext cx="2155955" cy="4777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B6B2F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201168"/>
            <a:ext cx="594360" cy="59436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1168" y="201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64592" y="914400"/>
            <a:ext cx="294436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Insights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4592" y="2331720"/>
            <a:ext cx="29443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advisory: weather forecast, soil health (moisture, pH, NPK) and NDVI satellite vegetation index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64592" y="4754880"/>
            <a:ext cx="2944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KisanLens AI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4222" y="182880"/>
            <a:ext cx="2155955" cy="47777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6B2F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KisanLens AI — Empowering Farmers with AI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The Bug Slayyers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Anshuman Mishra (Leader)  ·  Aman Rai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Prayagraj × CMP Hack Squad — Code for Community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3886200"/>
            <a:ext cx="2743200" cy="36576"/>
          </a:xfrm>
          <a:prstGeom prst="rect">
            <a:avLst/>
          </a:prstGeom>
          <a:solidFill>
            <a:srgbClr val="A5D6A7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leaf. Save a harvest.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2026-09-18T09:06:50Z</dcterms:created>
  <dcterms:modified xsi:type="dcterms:W3CDTF">2026-09-18T09:06:50Z</dcterms:modified>
</cp:coreProperties>
</file>